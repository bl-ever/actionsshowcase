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660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5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9.png"/><Relationship Id="rId5" Type="http://schemas.openxmlformats.org/officeDocument/2006/relationships/image" Target="../media/image2.png"/><Relationship Id="rId10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4023360"/>
            <a:ext cx="3291840" cy="3291840"/>
          </a:xfrm>
          <a:prstGeom prst="ellipse">
            <a:avLst/>
          </a:prstGeom>
          <a:solidFill>
            <a:srgbClr val="12A4A3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2A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PROGRAMMING · MSc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8803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CI/CD, GitHub Actions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Security Scanning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58368" y="4800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pipelines, unit &amp; service testing, and secret / vulnerability scanning — walked through a real example repository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Repo:  github.com/BL-EVER/ActionsShowcase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46120" y="19385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253" y="2086661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395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27249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CI/CD means and the problems it solves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33672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89704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839712" y="19385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845" y="2086661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9704" y="2395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489704" y="27249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jobs, steps, runners &amp; triggers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827264" y="17373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083296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433304" y="19385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1437" y="2086661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83296" y="23957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in CI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083296" y="272491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vs. service / integration tests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3832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896112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3246120" y="35844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4253" y="3732581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96112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scanning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96112" y="4370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SCA, secret scanning in the pipeline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233672" y="33832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489704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Shape 24"/>
          <p:cNvSpPr/>
          <p:nvPr/>
        </p:nvSpPr>
        <p:spPr>
          <a:xfrm>
            <a:off x="6839712" y="35844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7845" y="3732581"/>
            <a:ext cx="252374" cy="25237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489704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TruffleHog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489704" y="4370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leaked secrets &amp; verifying them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7827264" y="33832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8083296" y="3566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Shape 29"/>
          <p:cNvSpPr/>
          <p:nvPr/>
        </p:nvSpPr>
        <p:spPr>
          <a:xfrm>
            <a:off x="10433304" y="35844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81437" y="3732581"/>
            <a:ext cx="252374" cy="25237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083296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083296" y="4370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hardened, security-aware workflow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RUNNING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ActionsShowcase repository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this deck we'll refer to one real repo. It's a small ASP.NET Core Web API — but we won't dwell on the .NET; we care about the testing and CI scaffolding wrapped around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3069275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90779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ActionsShowcase/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32186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API under test — two endpoints, /Secret and /Random.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675888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75" y="3819083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65760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Tests.Unit/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25880" y="396849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unit + integration tests with an enforced coverage threshold.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425696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75" y="4568891"/>
            <a:ext cx="243962" cy="243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40740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Tests.Service/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25880" y="47183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scenarios run against the API in a real container.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" y="5175504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275" y="5318699"/>
            <a:ext cx="243962" cy="2439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515721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.githooks/ + .github/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25880" y="54681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guard-rail hooks and the GitHub Actions CI workflow.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315200" y="178308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5895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demonstrates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589520" y="246888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restore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+ coverage gate (80%)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service tests in containers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D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 (TruffleHog)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DB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vuln scanning (Trivy)</a:t>
            </a:r>
            <a:endParaRPr lang="en-US" sz="13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300" dirty="0">
                <a:solidFill>
                  <a:srgbClr val="D6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git hooks as guard rails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 the path to production?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build-test-deploy is slow, inconsistent, and easy to skip under deadline pressure. Security checks are the first thing dropped when they're a separate manual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61518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2768255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968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"Works on my machine"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324612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drift means code passes locally but fails for others or in production.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3774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19672" y="261518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743" y="2768255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5968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bug discovery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19672" y="324612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days after a change cost far more to trace and fix.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160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96112" y="439826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183" y="4551335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3799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Leaked secrets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96112" y="502920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tokens get committed by accident and live forever in git history.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4160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19672" y="439826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743" y="4551335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3799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reviews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19672" y="502920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security depend on who reviewed it and how tired they were.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CI, CD &amp; CD — three terms, one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075688"/>
            <a:ext cx="713232" cy="71323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2585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Integration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2688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merge small changes frequently. Each push triggers an automated build and test run, so integration problems surface within minutes, not weeks.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2075688"/>
            <a:ext cx="713232" cy="71323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585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Delivery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that passes CI is automatically prepared into a releasable artifact. Deploying to production is a one-click, low-risk decision.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02752" y="2075688"/>
            <a:ext cx="713232" cy="71323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22585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9718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Deployment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02752" y="3794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one step further: every change that passes all checks is released to production automatically, with no manual gate.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CI/CD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6384" y="2377440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71016" y="26334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77977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6384" y="33649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" y="37033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77440" y="28803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578608" y="2377440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63240" y="26334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4" y="2779776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78608" y="33649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578608" y="37033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package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169664" y="28803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4370832" y="2377440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855464" y="26334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2779776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70832" y="33649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370832" y="37033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service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61888" y="28803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6163056" y="2377440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FBF2D9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647688" y="26334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2779776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63056" y="33649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163056" y="37033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&amp; vulns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754112" y="28803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7955280" y="2377440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439912" y="26334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6216" y="2779776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955280" y="33649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955280" y="37033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ready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546336" y="288036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4" name="Shape 27"/>
          <p:cNvSpPr/>
          <p:nvPr/>
        </p:nvSpPr>
        <p:spPr>
          <a:xfrm>
            <a:off x="9747504" y="2377440"/>
            <a:ext cx="1627632" cy="1783080"/>
          </a:xfrm>
          <a:prstGeom prst="roundRect">
            <a:avLst>
              <a:gd name="adj" fmla="val 4494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232136" y="2633472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8440" y="2779776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747504" y="336499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9747504" y="370332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environment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1280160" y="4663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a final gate — modern pipelines "shift left", running scans early and on every change so problems are caught while they are cheap to fix.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GitHub Actions?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is the CI/CD automation built into GitHub. You describe workflows as YAML files in your repository, and GitHub runs them on its hosted machines (or your own) in response to repository events.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603504" cy="60350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6" y="3226186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0449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lives in the repo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339242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are versioned YAML under .github/workflows/ — reviewed like any code.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603504" cy="60350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26" y="4277746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40965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marketplace actions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71600" y="444398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pre-built steps (checkout, setup-node, scanners) you compose together.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5166360"/>
            <a:ext cx="603504" cy="60350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026" y="5329306"/>
            <a:ext cx="277612" cy="2776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51480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runners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71600" y="549554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provides Linux/macOS/Windows VMs; self-hosted runners are also supported.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60920" y="1783080"/>
            <a:ext cx="4160520" cy="3657600"/>
          </a:xfrm>
          <a:prstGeom prst="roundRect">
            <a:avLst>
              <a:gd name="adj" fmla="val 1500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562088" y="1947672"/>
            <a:ext cx="3758184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ActionsShowcase/.github/workflows/ci.yml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[main, development]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[main, development]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workflow_dispatch: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concurrency: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group: ci-${{ github.ref }}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cancel-in-progress: true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 building blocks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217389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/ Trigger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starts a run: push, pull_request, schedule (cron), or manual dispatch.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81144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215" y="217389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81144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 describing one automated process, made up of one or more jobs.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66176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247" y="217389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66176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steps that run together on a single runner. Jobs can run in parallel or depend on each other.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183" y="3792383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96112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task: either a shell command (run:) or a reusable action (uses:).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25112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81144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215" y="3792383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81144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packaged, reusable unit of work pulled from the Marketplace or your own repo.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10144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266176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247" y="3792383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66176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 machine that executes a job's steps.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YAML maps to the concepts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126480" cy="4023360"/>
          </a:xfrm>
          <a:prstGeom prst="roundRect">
            <a:avLst>
              <a:gd name="adj" fmla="val 1364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947672"/>
            <a:ext cx="572414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 Pipeline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                         # EVENT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                        # one or more JOBS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   # RUNNER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                   # ordered STEPS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   # ACTION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                 # shell cmd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test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86600" y="187452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857" y="201277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0" y="1856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26680" y="2167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pull_request — runs on every PR to main.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69748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857" y="2835737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26680" y="2679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726680" y="29900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groups steps; add more jobs to parallelise.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086600" y="352044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857" y="3658697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26680" y="35021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Runner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726680" y="38130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runs-on picks a fresh Ubuntu VM each run.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086600" y="434340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857" y="4481657"/>
            <a:ext cx="235549" cy="23554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26680" y="4325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7726680" y="4636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pulls a versioned action (pin the @v4).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086600" y="516636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4857" y="5304617"/>
            <a:ext cx="235549" cy="23554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26680" y="5148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726680" y="5458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executes commands in the runner shell.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triggers — when does a workflow run?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14884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5" y="22969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025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3865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commits to chosen branches — the classic CI trigger.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9672" y="214884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5" y="229697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025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pull_request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23760" y="23865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 open / update — gate merges with required checks.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361188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5" y="376001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465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38496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cron timetable — nightly scans, dependency audits.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24612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9672" y="361188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805" y="376001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465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workflow_dispatch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23760" y="38496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button in the UI — for deploys &amp; one-off runs.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7091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96112" y="507492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45" y="522305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9286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00200" y="53126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release is published — build &amp; ship artifacts.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63640" y="470916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519672" y="507492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805" y="522305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49286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workflow_call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23760" y="53126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 invoked by another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ACTIONSSHOWCASE · CI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pipeline's job graph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has four jobs. Two run on every PR; two more run only when code lands on main. Jobs with no dependency run in parallel for fast feedback.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074920" cy="3246120"/>
          </a:xfrm>
          <a:prstGeom prst="roundRect">
            <a:avLst>
              <a:gd name="adj" fmla="val 2254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5420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every PR &amp; push to main / development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325880" y="3063240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35608" y="3172968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35608" y="35387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unit · service · coverage gate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4160520"/>
            <a:ext cx="37033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35608" y="4270248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trufflehog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35608" y="463600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 (parallel, no needs:)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5166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jobs run in parallel — no dependency between them.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2377440"/>
            <a:ext cx="5532120" cy="3246120"/>
          </a:xfrm>
          <a:prstGeom prst="roundRect">
            <a:avLst>
              <a:gd name="adj" fmla="val 2254"/>
            </a:avLst>
          </a:prstGeom>
          <a:solidFill>
            <a:srgbClr val="FBF2D9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A1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 push to main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60920" y="301752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70648" y="3127248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70648" y="349300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pass first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522208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60920" y="39776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70648" y="4087368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docker-build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70648" y="445312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image via dotnet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22208" y="4617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360920" y="493776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70648" y="5047488"/>
            <a:ext cx="2569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70648" y="541324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vuln scan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4114800" cy="4114800"/>
          </a:xfrm>
          <a:prstGeom prst="ellipse">
            <a:avLst/>
          </a:prstGeom>
          <a:solidFill>
            <a:srgbClr val="0E7C7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2A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inside the pipeline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3840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service / integration tests, and how CI runs them on every change.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640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pyramid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77440" y="1828800"/>
            <a:ext cx="2743200" cy="1143000"/>
          </a:xfrm>
          <a:prstGeom prst="roundRect">
            <a:avLst>
              <a:gd name="adj" fmla="val 4000"/>
            </a:avLst>
          </a:prstGeom>
          <a:solidFill>
            <a:srgbClr val="E0A106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37744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E2E / UI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77440" y="24505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— slow, brittle, full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3154680"/>
            <a:ext cx="4206240" cy="1143000"/>
          </a:xfrm>
          <a:prstGeom prst="roundRect">
            <a:avLst>
              <a:gd name="adj" fmla="val 4000"/>
            </a:avLst>
          </a:prstGeom>
          <a:solidFill>
            <a:srgbClr val="0E7C7B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33192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/ Integration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3776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— modules + real dependencies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480560"/>
            <a:ext cx="5669280" cy="1143000"/>
          </a:xfrm>
          <a:prstGeom prst="roundRect">
            <a:avLst>
              <a:gd name="adj" fmla="val 4000"/>
            </a:avLst>
          </a:prstGeom>
          <a:solidFill>
            <a:srgbClr val="12A4A3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6451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51023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— fast, isolated, cheap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89520" y="1828800"/>
            <a:ext cx="3931920" cy="3977640"/>
          </a:xfrm>
          <a:prstGeom prst="roundRect">
            <a:avLst>
              <a:gd name="adj" fmla="val 1860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pyramid?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63840" y="2560320"/>
            <a:ext cx="3429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fast unit tests give quick feedback on every push.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heavier service tests confirm components work together.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 layer of end-to-end tests checks critical user journeys.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the cheap tests first and fails fast before the slow ones.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TESTS GET WRITTEN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TDD &amp; BDD — test-first thinking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disciplines decide when and how you write tests. Both put the test before the implementation; they differ in who the test speaks 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578608"/>
            <a:ext cx="603504" cy="60350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346" y="2741554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Test-Driven Development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→ Green → Refactor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failing test for the next small behaviour (red).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minimum code to pass it (green).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the design with tests as a safety net (refactor).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unit-level; drives clean, testable code.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33172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46520" y="2578608"/>
            <a:ext cx="603504" cy="60350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466" y="2741554"/>
            <a:ext cx="277612" cy="2776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606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Behaviour-Driven Development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446520" y="3337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→ When → Then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46520" y="370332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behaviour in plain language all stakeholders read.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become executable tests (e.g. Gherkin / Reqnroll).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what the system should do, not how.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repo: the .feature service tests are BDD.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test exercises the smallest piece of behaviour — usually one function or class — in complete isolation. External dependencies are replaced with mocks or stubs so the test is fast and deterministic.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311993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9535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32826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each — thousands run in seconds.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4034333"/>
            <a:ext cx="252374" cy="2523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8679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25880" y="41970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network, DB, or filesystem; dependencies mocked.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4948733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7823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51114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result, every time.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269480" y="1783080"/>
            <a:ext cx="4251960" cy="3749040"/>
          </a:xfrm>
          <a:prstGeom prst="roundRect">
            <a:avLst>
              <a:gd name="adj" fmla="val 1463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70648" y="1947672"/>
            <a:ext cx="384962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sum.test.js  (Jest)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sum } from './sum';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test('adds 2 + 3', () =&gt;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expect(sum(2, 3)).toBe(5);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test   # runs in CI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  ./sum.test.js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· IN THE REPO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tests — BDD in a real container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ActionsShowcase.Tests.Service publishes the API as a container image, starts it with Testcontainers, and drives it over HTTP. Scenarios are written in plain-language Gherkin (Reqnroll), so the spec doubles as documentation.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329293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313639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under test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98448" y="34472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publish -t:PublishContainer builds an OCI image — no Dockerfile.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4005072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37" y="4143329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986784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Driven over HTTP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98448" y="4297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 boots the image; tests hit /Secret and /Random for real.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855464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37" y="4993721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83717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Readable specs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98448" y="51480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 feature files describe behaviour anyone can read.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269480" y="1783080"/>
            <a:ext cx="4251960" cy="4069080"/>
          </a:xfrm>
          <a:prstGeom prst="roundRect">
            <a:avLst>
              <a:gd name="adj" fmla="val 1348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70648" y="1947672"/>
            <a:ext cx="3849624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Features/Random.feature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Random endpoint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Scenario: Returns 2-10 strings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I send a GET request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to "/Random"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Then the status code is 200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the response is a JSON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array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it has between 2 and 10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items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vs. service tests</a:t>
            </a:r>
            <a:endParaRPr lang="en-US" sz="3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396849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UNIT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SERVICE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function / class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components together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Mocked / stubbed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(DB, API, queue)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Milliseconds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 to minutes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flaky / environment-sensitive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 CI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every push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PR / before merge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0F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at finding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errors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 &amp; contract errors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· IN THE REPO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gate &amp; required check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ActionsShowcase doesn't just run tests — it enforces a threshold. The CodeCoverageSummary action fails the job if line coverage drops below 80%, and branch protection requires that job before any merge.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6400800" cy="1691640"/>
          </a:xfrm>
          <a:prstGeom prst="roundRect">
            <a:avLst>
              <a:gd name="adj" fmla="val 3243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679192"/>
            <a:ext cx="599846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Coverage summary &amp; 80% gate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uses: irongut/CodeCoverageSummary@v1.3.0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thresholds: '80 80'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fail_below_min: true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6400800" cy="1371600"/>
          </a:xfrm>
          <a:prstGeom prst="roundRect">
            <a:avLst>
              <a:gd name="adj" fmla="val 5333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status check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95604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Branches → Require status checks, then add </a:t>
            </a:r>
            <a:r>
              <a:rPr lang="en-US" sz="11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&amp; test (unit + service)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PR with failing tests or coverage &lt; 80% then cannot merge.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69480" y="2514600"/>
            <a:ext cx="4251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43800" y="2670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on the PR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15468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464040" y="311810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service passed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75818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55280" y="37216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9464040" y="37216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≥ 80% gate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43616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55280" y="4325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trufflehog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464040" y="4325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found</a:t>
            </a:r>
            <a:endParaRPr lang="en-US" sz="11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96519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49286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464040" y="4928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drops &lt; 80% → red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206240" cy="4206240"/>
          </a:xfrm>
          <a:prstGeom prst="ellipse">
            <a:avLst/>
          </a:prstGeom>
          <a:solidFill>
            <a:srgbClr val="E0A106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2A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scanning in CI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3840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security left: secret scanning, SAST and dependency analysis on every change.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64008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"Shift left" — find issues early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later a security flaw is found, the more it costs to fix. Shifting left means moving checks as early in the pipeline as possible — ideally on the developer's machine and on every commit.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13916" y="3017520"/>
            <a:ext cx="658368" cy="65836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316382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2A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4663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4983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fix cost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2743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02836" y="3017520"/>
            <a:ext cx="658368" cy="65836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316382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3429000" y="4663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/ PR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29000" y="4983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fix cost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2743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191756" y="3017520"/>
            <a:ext cx="658368" cy="65836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316382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A1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15×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6217920" y="4663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/ Stage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217920" y="4983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fix cost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006840" y="27432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980676" y="3017520"/>
            <a:ext cx="658368" cy="65836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980" y="3163824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06840" y="37947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100×</a:t>
            </a:r>
            <a:endParaRPr lang="en-US" sz="3800" dirty="0"/>
          </a:p>
        </p:txBody>
      </p:sp>
      <p:sp>
        <p:nvSpPr>
          <p:cNvPr id="27" name="Text 21"/>
          <p:cNvSpPr/>
          <p:nvPr/>
        </p:nvSpPr>
        <p:spPr>
          <a:xfrm>
            <a:off x="9006840" y="4663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006840" y="4983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fix cost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64008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the exact multipliers vary by study, but the trend is consistent: earlier is cheaper.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automated security checks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217389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02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 scanning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API keys, tokens &amp; passwords committed to the repo or its history. e.g. TruffleHog, Gitleaks.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9672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743" y="217389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02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65176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 — analyses source code for vulnerable patterns. e.g. CodeQL, Semgrep, Bandit.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03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394106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183" y="409413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9227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96112" y="45720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 — flags known CVEs in your dependencies. e.g. Dependabot, Trivy, npm audit.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7033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9672" y="394106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743" y="409413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9227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DAST / IaC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19672" y="4572000"/>
            <a:ext cx="4837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running app, or scans infrastructure-as-code &amp; container images. e.g. ZAP, Checkov, Trivy.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— reading the code for flaws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 inspects source code without running it, flagging risky patterns: SQL injection, unsafe deserialization, hard-coded crypto, path traversal and more. It runs early and on every change.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329293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313639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&amp; data-flow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98448" y="344728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tainted input from source to dangerous sink across functions.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37" y="4161617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40050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Language-aware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98448" y="43159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syntax &amp; semantics, not just text — fewer false alarms.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89204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37" y="5030297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87375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in the PR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98448" y="518464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appear as Code Scanning alerts, inline on changed lines.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269480" y="1783080"/>
            <a:ext cx="4251960" cy="3383280"/>
          </a:xfrm>
          <a:prstGeom prst="roundRect">
            <a:avLst>
              <a:gd name="adj" fmla="val 1622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70648" y="1947672"/>
            <a:ext cx="384962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CodeQL to a workflow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uses: github/codeql-action/init@v4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languages: csharp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uses: github/codeql-action/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analyze@v4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alerts → Security → Code scanning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DEPENDENCIES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 — most of your code isn't yours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app is mostly third-party packages. Software Composition Analysis inventories those dependencies and matches them against known-vulnerability databases (CVEs), so you learn when a library you rely on becomes dangerous.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84378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2996855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8254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graph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96112" y="347472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direct AND transitive dependencies — the ones you never chose.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60604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19672" y="284378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743" y="2996855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8254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Matches CVEs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19672" y="347472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each package + version against advisory databases.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3891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96112" y="462686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183" y="4779935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608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Auto-fix PRs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96112" y="525780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Dependabot opens pull requests bumping vulnerable packages for you.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43891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19672" y="462686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743" y="4779935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23760" y="4608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19672" y="525780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CVEs are disclosed daily — re-scan on a schedule, not just on change.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leaked secrets are so dangerous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217389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02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never forgets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committed once stays in history even after you delete it from the latest version.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9672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743" y="217389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025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is instant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65176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 are scraped by bots within seconds of a push; keys are abused in minutes.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5661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380390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183" y="395697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856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blast radius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96112" y="443484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leaked cloud key can expose data, run up huge bills, or pivot into other systems.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5661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19672" y="380390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743" y="395697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7856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 is the only fix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19672" y="443484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file is not enough — the credential must be revoked and replaced.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TruffleHog — secret hunting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 is an open-source scanner that hunts for secrets in code, git history, and many other sources. Its standout feature is verification: it doesn't just match a pattern — it checks whether a found credential is actually live.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3389315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2278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Scans deep git history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35387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every commit, not just the current checkout.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087368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75" y="4230563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069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700+ detectors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25880" y="437997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Recognises credentials for hundreds of services.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928616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75" y="5071811"/>
            <a:ext cx="243962" cy="243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9103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verification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25880" y="52212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provider to confirm a key still works.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269480" y="1783080"/>
            <a:ext cx="4251960" cy="4069080"/>
          </a:xfrm>
          <a:prstGeom prst="roundRect">
            <a:avLst>
              <a:gd name="adj" fmla="val 1798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2240280"/>
            <a:ext cx="868680" cy="8686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43800" y="32918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E0A1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543800" y="3703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difference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680960" y="420624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"Found a string that looks like a key" vs. "this key is live and grants access right now." Verification cuts false positives dramatically.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TruffleHog locally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wiring it into CI, run it on the command line. --only-verified keeps the noise down by reporting just the secrets confirmed to be active.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0881360" cy="3291840"/>
          </a:xfrm>
          <a:prstGeom prst="roundRect">
            <a:avLst>
              <a:gd name="adj" fmla="val 1667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633472"/>
            <a:ext cx="1047902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scan the whole git history of a repo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trufflehog git https://github.com/acme/app --only-verified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scan the current working directory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trufflehog filesystem ./src --only-verified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verified result 🔑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A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 Type: AWS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A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     true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         config/old_settings.py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Commit:        9f3c1a2  (3 years ago)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· IN THE REPO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trufflehog job in ActionsShowcase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0" cy="4069080"/>
          </a:xfrm>
          <a:prstGeom prst="roundRect">
            <a:avLst>
              <a:gd name="adj" fmla="val 1348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947672"/>
            <a:ext cx="5998464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trufflehog: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TruffleHog secret scan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runs-on: ubuntu-latest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steps:                  # no needs: →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# runs in parallel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actions/checkout@v6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with: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fetch-depth: 0    # full history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trufflesecurity/trufflehog@main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with: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extra_args: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--results=verified,unknown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0" y="2103120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395" y="2246315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2084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fetch-depth: 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01000" y="243230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clone so TruffleHog can walk every commit, not just the tip.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0" y="3246120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395" y="3389315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01000" y="3227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verified, unknown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001000" y="357530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confirmed-live secrets and unverifiable ones worth a look.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0" y="4389120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395" y="4532315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01000" y="4370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Fails the job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001000" y="471830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exits non-zero; an always() step writes a status to the summary.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secret was found — now what?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CEA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9052" y="2212848"/>
            <a:ext cx="768096" cy="7680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9052" y="22128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Revoke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disable / rotate the credential at the provider. Assume it is compromised.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7972" y="2212848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7972" y="22128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2900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new secret and store it safely — in GitHub Secrets or a vault, never in 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6892" y="2212848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6892" y="22128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 from history if needed (e.g. git filter-repo). Note: rotation matters more than deletion.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925812" y="2212848"/>
            <a:ext cx="768096" cy="768096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25812" y="22128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06840" y="32004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37033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pre-commit hooks and keep the CI scan so it can't happen again.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matters: revoke first. A deleted file with a still-valid key is a false sense of security.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· IN THE REPO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Trivy — scanning the container image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docker-build produces an image, the trivy job scans it for known CVEs and uploads results to GitHub's Security tab as SARIF. In the repo it reports but doesn't block — flip exit-code to '1' to gate.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" y="3247217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309067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Scans the built image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98448" y="340156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artifact from docker-build — no rebuild needed.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397764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37" y="4115897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95935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SARIF to Security tab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98448" y="427024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surface as Code Scanning alerts in the repo UI.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84632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37" y="4984577"/>
            <a:ext cx="235549" cy="2355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482803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Report, don't block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98448" y="51389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exit-code: '0' keeps it advisory; markdown report goes to the summary.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269480" y="1783080"/>
            <a:ext cx="4251960" cy="4069080"/>
          </a:xfrm>
          <a:prstGeom prst="roundRect">
            <a:avLst>
              <a:gd name="adj" fmla="val 1348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70648" y="1947672"/>
            <a:ext cx="3849624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if: github.ref == 'refs/heads/main'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needs: docker-build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steps: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run: docker load -i image.tar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aquasecurity/trivy-action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with: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severity: CRITICAL,HIGH,MEDIUM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ignore-unfixed: true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exit-code: '0'   # → '1' to gate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uses: github/codeql-action/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upload-sarif@v4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WIDER ECOSYSTEM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TruffleHog &amp; Trivy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ActionsShowcase uses TruffleHog (secrets) and Trivy (image CVEs). These are other scanners you'll meet — most drop into a workflow the same way.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77824" y="2249424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19" y="2392619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12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Gitleaks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scanning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6112" y="29077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config-driven secret detection; popular as a pre-commit hook.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25112" y="2011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62856" y="2249424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051" y="2392619"/>
            <a:ext cx="243962" cy="2439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2212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CodeQL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239512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81144" y="29077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GitHub's semantic code analysis; queries code like a database for vuln patterns.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10144" y="2011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47888" y="2249424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083" y="2392619"/>
            <a:ext cx="243962" cy="2439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24544" y="22128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Semgrep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924544" y="25603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266176" y="29077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rule-based static analysis across many languages.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358444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77824" y="3822192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19" y="3965387"/>
            <a:ext cx="243962" cy="24396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54480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Dependabot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554480" y="4133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96112" y="44805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GitHub; alerts and auto-PRs for vulnerable dependencies.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325112" y="358444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562856" y="3822192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6051" y="3965387"/>
            <a:ext cx="243962" cy="24396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39512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Trivy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5239512" y="4133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 / images · used here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4581144" y="44805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repo's image scanner — also does dependencies and IaC misconfig.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10144" y="3584448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8247888" y="3822192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083" y="3965387"/>
            <a:ext cx="243962" cy="2439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924544" y="3785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924544" y="4133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266176" y="448056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running application for vulnerabilities dynamically.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Storing secrets the right 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309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cure for leaked secrets is to never put them in code. GitHub Actions provides encrypted secrets that are injected as environment variables at run time and masked in logs.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75" y="3206435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304495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at rest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33558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by GitHub; never visible again after you save them.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75" y="4075115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9136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Masked in logs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25880" y="42245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automatically redacted from workflow output.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4800600"/>
            <a:ext cx="530352" cy="530352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75" y="4943795"/>
            <a:ext cx="243962" cy="24396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78231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25880" y="50932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tokens narrowly; prefer short-lived OIDC over static keys.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269480" y="1783080"/>
            <a:ext cx="4251960" cy="3383280"/>
          </a:xfrm>
          <a:prstGeom prst="roundRect">
            <a:avLst>
              <a:gd name="adj" fmla="val 1622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470648" y="1947672"/>
            <a:ext cx="384962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Deploy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API_KEY: ${{ secrets.API_KEY }}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run: ./deploy.sh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 is encrypted &amp; masked: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$API_KEY  -&gt;  ***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FURTHER LEFT · IN THE REPO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hooks as local guard rails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gate of all runs before code even leaves your machine. ActionsShowcase versions its hooks under .githooks/ and activates them with core.hooksPath, so every contributor gets the same checks.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75234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2905415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342900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dotnet format --verify-no-changes and aborts the commit if anything is mis-formatted.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5112" y="2514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81144" y="275234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215" y="2905415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pre-push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81144" y="342900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Release build + unit tests before the push leaves. Service tests are skipped to keep it fast.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10144" y="25146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66176" y="275234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247" y="2905415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0264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prepare-commit-msg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66176" y="3429000"/>
            <a:ext cx="30083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Prepends the branch name to each commit message — small quality-of-life automation.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8463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convenience, not security.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be bypassed with </a:t>
            </a:r>
            <a:r>
              <a:rPr lang="en-US" sz="125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--no-verify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CI must re-run the same checks server-side. Local hooks give fast feedback; the pipeline is the real gate.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ActionsShowcase end-to-end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46520" cy="4069080"/>
          </a:xfrm>
          <a:prstGeom prst="roundRect">
            <a:avLst>
              <a:gd name="adj" fmla="val 1348"/>
            </a:avLst>
          </a:prstGeom>
          <a:solidFill>
            <a:srgbClr val="0F2A4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947672"/>
            <a:ext cx="6044184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E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            # every PR &amp; push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dotnet restore / build -c Release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dotnet test  Tests.Unit  (+coverage)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dotnet test  Tests.Service (Docker)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DB4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CodeCoverageSummary  (80% gate)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trufflehog:      # every PR &amp; push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checkout fetch-depth: 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trufflehog --results=verified,unknown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docker-build:    # main only, needs test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dotnet publish -t:PublishContainer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FB7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trivy:           # main only, needs build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FD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trivy image  +  upload SARIF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4206240" cy="4069080"/>
          </a:xfrm>
          <a:prstGeom prst="roundRect">
            <a:avLst>
              <a:gd name="adj" fmla="val 1798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2011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layered defence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0" y="251460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hooks catch formatting &amp; broken tests before push.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 runs unit + service tests with an 80% coverage gate.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 scans full history for secrets in parallel.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to main build an image and scan it with Trivy.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makes the test job a required check.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security 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217389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 action versions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actions by full SHA or tag, not @main, to avoid supply-chain surprises.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81144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215" y="217389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tokens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81144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permissions: read-all by default; grant write only where needed.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66176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247" y="217389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 the build on findings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66176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scanner that only warns gets ignored — make critical findings break the pipeline.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183" y="3792383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third-party actions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96112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Marketplace actions as dependencies; audit what they do.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25112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81144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215" y="3792383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on a schedule too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81144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scans catch newly-disclosed CVEs in code that hasn't changed.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10144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266176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247" y="3792383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echo secrets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66176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printing env vars; rely on GitHub's masking but don't test its limits.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842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3794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 checkout hides secrets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303520" y="183794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fetch-depth: 0, secret scanners only see the latest commit and miss history.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25496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67919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Treating warnings as optional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03520" y="267919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don't fail the build pile up and get tuned out — alert fatigue.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46557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6674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20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passed to forks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303520" y="35204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from forks shouldn't receive your secrets; understand pull_request vs pull_request_target.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30682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0799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3616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 a file ≠ revoking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03520" y="43616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leaked key from code does nothing if the key is still valid at the provider.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514807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1F5F7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34924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520293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Unpinned actions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303520" y="520293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@main can change under you — a compromised action then runs with your permissions.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183" y="217389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everything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removes human inconsistency from build, test and deploy.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81144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215" y="217389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in layers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81144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fast unit tests, fewer service tests, a thin E2E layer.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10144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66176" y="2020824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247" y="217389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02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 security left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66176" y="265176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scans early and on every change — cheaper and safer.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96112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183" y="3792383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secrets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96112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TruffleHog confirms live credentials; revoke before you celebrate.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25112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81144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4215" y="3792383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secrets properly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81144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secrets and least privilege, never plaintext in code.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10144" y="34015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266176" y="3639312"/>
            <a:ext cx="566928" cy="566928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247" y="3792383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21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the merge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66176" y="4270248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critical findings fail the build and protect your branches.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to extend the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build, test and scan are in place, the same pipeline can do much more. A few directions worth exploring: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9536" y="2414016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793" y="2552273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deployment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7824" y="28712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passing builds to staging, then production behind an approval.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21945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4568" y="2414016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825" y="2552273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artifacts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62856" y="28712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container image to a registry (GHCR) and tag releases automatically.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10144" y="21945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29600" y="2414016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57" y="2552273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78824" y="2377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builds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47888" y="287121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multiple OSes, runtimes or framework versions in parallel.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593592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59536" y="3813048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793" y="3951305"/>
            <a:ext cx="235549" cy="23554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3776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Caching &amp; speed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77824" y="42702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dependencies and reuse build outputs to cut minutes off every run.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3593592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4568" y="3813048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825" y="3951305"/>
            <a:ext cx="235549" cy="2355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93792" y="3776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Environments &amp; approvals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62856" y="42702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production behind required reviewers and protected environment secrets.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10144" y="3593592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229600" y="3813048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7857" y="3951305"/>
            <a:ext cx="235549" cy="23554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78824" y="37764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&amp; coverage trends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247888" y="427024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coverage and code-quality over time with SonarQube or Codecov.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40080" y="4992624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859536" y="521208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793" y="5350337"/>
            <a:ext cx="235549" cy="235549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08760" y="5175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scans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877824" y="56692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Trivy / Dependabot runs catch newly-disclosed CVEs in idle code.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4325112" y="4992624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4544568" y="521208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2825" y="5350337"/>
            <a:ext cx="235549" cy="235549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93792" y="5175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workflows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4562856" y="56692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shared steps into a workflow your other repos can call.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8010144" y="4992624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8229600" y="5212080"/>
            <a:ext cx="512064" cy="512064"/>
          </a:xfrm>
          <a:prstGeom prst="ellipse">
            <a:avLst/>
          </a:prstGeom>
          <a:solidFill>
            <a:srgbClr val="F1F5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7857" y="5350337"/>
            <a:ext cx="235549" cy="235549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878824" y="5175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Keyless deploys (OIDC)</a:t>
            </a:r>
            <a:endParaRPr lang="en-US" sz="1300" dirty="0"/>
          </a:p>
        </p:txBody>
      </p:sp>
      <p:sp>
        <p:nvSpPr>
          <p:cNvPr id="49" name="Text 38"/>
          <p:cNvSpPr/>
          <p:nvPr/>
        </p:nvSpPr>
        <p:spPr>
          <a:xfrm>
            <a:off x="8247888" y="56692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long-lived cloud keys for short-lived OIDC tokens — nothing to leak.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657600"/>
            <a:ext cx="4023360" cy="4023360"/>
          </a:xfrm>
          <a:prstGeom prst="ellipse">
            <a:avLst/>
          </a:prstGeom>
          <a:solidFill>
            <a:srgbClr val="0E7C7B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-1280160"/>
            <a:ext cx="3474720" cy="3474720"/>
          </a:xfrm>
          <a:prstGeom prst="ellipse">
            <a:avLst/>
          </a:prstGeom>
          <a:solidFill>
            <a:srgbClr val="12A4A3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291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in, don't bolt it 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41248" y="4297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security belong inside the pipeline, on every change — not as a manual step someone remembers later.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1248" y="5440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1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41248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repo:  github.com/BL-EVER/ActionsShowcase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4127</Words>
  <Application>Microsoft Office PowerPoint</Application>
  <PresentationFormat>Widescreen</PresentationFormat>
  <Paragraphs>602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CI/CD, GitHub Actions &amp; Security Scanning</dc:title>
  <dc:subject>PptxGenJS Presentation</dc:subject>
  <dc:creator>MSc Secure Programming</dc:creator>
  <cp:lastModifiedBy>VASILEIOS ARGYROPOULOS</cp:lastModifiedBy>
  <cp:revision>2</cp:revision>
  <dcterms:created xsi:type="dcterms:W3CDTF">2026-06-09T15:46:09Z</dcterms:created>
  <dcterms:modified xsi:type="dcterms:W3CDTF">2026-06-09T15:49:59Z</dcterms:modified>
</cp:coreProperties>
</file>